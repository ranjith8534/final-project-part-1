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80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19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32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31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36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16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17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7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73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19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837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24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4148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25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818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15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31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Data Locality Optimization in High-Performance Computing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Ranjith Kumar Bollam</a:t>
            </a:r>
          </a:p>
          <a:p>
            <a:r>
              <a:rPr lang="en-US"/>
              <a:t>MSCS 532 – Algorithms and Data Structures</a:t>
            </a:r>
          </a:p>
          <a:p>
            <a:r>
              <a:rPr lang="en-US"/>
              <a:t>April 19,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High-performance computing (HPC) handles large-scale computations</a:t>
            </a:r>
          </a:p>
          <a:p>
            <a:r>
              <a:t>Performance issues from poor data structures and inefficient memory access</a:t>
            </a:r>
          </a:p>
          <a:p>
            <a:r>
              <a:t>Focus on data locality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Locality?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data is stored and accessed in memory</a:t>
            </a:r>
          </a:p>
          <a:p>
            <a:r>
              <a:t>Spatial and temporal locality</a:t>
            </a:r>
          </a:p>
          <a:p>
            <a:r>
              <a:t>Direct impact on CPU cache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Poor locality leads to slower execution</a:t>
            </a:r>
          </a:p>
          <a:p>
            <a:r>
              <a:t>Non-contiguous memory increases latency</a:t>
            </a:r>
          </a:p>
          <a:p>
            <a:r>
              <a:t>Goal: improve performance using better data structures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Compared dictionary and list</a:t>
            </a:r>
          </a:p>
          <a:p>
            <a:r>
              <a:t>Same operation: summing elements</a:t>
            </a:r>
          </a:p>
          <a:p>
            <a:r>
              <a:t>Measured execution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Python-based prototype</a:t>
            </a:r>
          </a:p>
          <a:p>
            <a:r>
              <a:t>Dataset sizes: 100K, 500K, 1M</a:t>
            </a:r>
          </a:p>
          <a:p>
            <a:r>
              <a:t>Execution time measurement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 consistently faster than dictionary</a:t>
            </a:r>
          </a:p>
          <a:p>
            <a:r>
              <a:t>Up to 54% improvement for large datasets</a:t>
            </a:r>
          </a:p>
          <a:p>
            <a:r>
              <a:t>Performance gap increases with size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Lists Are Faster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Contiguous memory storage</a:t>
            </a:r>
          </a:p>
          <a:p>
            <a:r>
              <a:t>Better cache utilization</a:t>
            </a:r>
          </a:p>
          <a:p>
            <a:r>
              <a:t>Fewer memory access operations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execution speed</a:t>
            </a:r>
          </a:p>
          <a:p>
            <a:r>
              <a:t>Efficient cache usage</a:t>
            </a:r>
          </a:p>
          <a:p>
            <a:r>
              <a:t>Scales well with large datasets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abstracts memory control</a:t>
            </a:r>
          </a:p>
          <a:p>
            <a:r>
              <a:t>Trade-off between flexibility and performance</a:t>
            </a:r>
          </a:p>
          <a:p>
            <a:r>
              <a:t>Not the only optimization factor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direct control over cache behavior</a:t>
            </a:r>
          </a:p>
          <a:p>
            <a:r>
              <a:t>Ensuring fair comparison</a:t>
            </a:r>
          </a:p>
          <a:p>
            <a:r>
              <a:t>Variability in execution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structure choice impacts performance</a:t>
            </a:r>
          </a:p>
          <a:p>
            <a:r>
              <a:t>Locality improves scalability</a:t>
            </a:r>
          </a:p>
          <a:p>
            <a:r>
              <a:t>Theory aligns with experimental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locality significantly improves performance</a:t>
            </a:r>
          </a:p>
          <a:p>
            <a:r>
              <a:t>Lists outperform dictionaries for sequential access</a:t>
            </a:r>
          </a:p>
          <a:p>
            <a:r>
              <a:t>Important concept in HPC optimization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Dean &amp; Ghemawat (2008)</a:t>
            </a:r>
          </a:p>
          <a:p>
            <a:r>
              <a:rPr dirty="0"/>
              <a:t>Frigo &amp; Johnson (2005)</a:t>
            </a:r>
          </a:p>
          <a:p>
            <a:r>
              <a:rPr dirty="0"/>
              <a:t>Williams et al. (2009)</a:t>
            </a:r>
          </a:p>
          <a:p>
            <a:r>
              <a:rPr dirty="0"/>
              <a:t>Tan et al. (2020)</a:t>
            </a:r>
          </a:p>
          <a:p>
            <a:r>
              <a:rPr dirty="0"/>
              <a:t>Anderson et al. (2021)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</TotalTime>
  <Words>254</Words>
  <Application>Microsoft Office PowerPoint</Application>
  <PresentationFormat>On-screen Show (4:3)</PresentationFormat>
  <Paragraphs>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Wisp</vt:lpstr>
      <vt:lpstr>Data Locality Optimization in High-Performance Computing</vt:lpstr>
      <vt:lpstr>Introduction</vt:lpstr>
      <vt:lpstr>What is Data Locality?</vt:lpstr>
      <vt:lpstr>Problem Statement</vt:lpstr>
      <vt:lpstr>Approach</vt:lpstr>
      <vt:lpstr>Implementation</vt:lpstr>
      <vt:lpstr>Results</vt:lpstr>
      <vt:lpstr>Why Lists Are Faster</vt:lpstr>
      <vt:lpstr>Strengths</vt:lpstr>
      <vt:lpstr>Limitations</vt:lpstr>
      <vt:lpstr>Challenges</vt:lpstr>
      <vt:lpstr>Lessons Learned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ranjith kumar bollam</cp:lastModifiedBy>
  <cp:revision>2</cp:revision>
  <dcterms:created xsi:type="dcterms:W3CDTF">2013-01-27T09:14:16Z</dcterms:created>
  <dcterms:modified xsi:type="dcterms:W3CDTF">2026-04-20T00:13:02Z</dcterms:modified>
  <cp:category/>
</cp:coreProperties>
</file>